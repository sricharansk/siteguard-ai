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10" r:id="rId23"/>
    <p:sldId id="2147470509" r:id="rId22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5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 from the running product (browser end-to-end run on main). AI output is labelled; actions wait for the HSE manager; closure needs verified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answers cite the procedure passage they come from; photo findings are suggestions for an engineer; every action is in the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Investigation to Closure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120640" cy="3600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9889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investigation of a new report: triage, safety findings, 5×5 risk, root causes, all marked AI-generated</a:t>
            </a:r>
          </a:p>
        </p:txBody>
      </p:sp>
      <p:pic>
        <p:nvPicPr>
          <p:cNvPr id="8" name="Picture 7" descr="s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280160"/>
            <a:ext cx="6035040" cy="155590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60720" y="2854356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Action queue: every AI-proposed action waits for a person; critical ones only for the HSE manager</a:t>
            </a:r>
          </a:p>
        </p:txBody>
      </p:sp>
      <p:pic>
        <p:nvPicPr>
          <p:cNvPr id="10" name="Picture 9" descr="s_clo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201828"/>
            <a:ext cx="6035040" cy="207454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760720" y="5294661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The same incident closed, only after each approved action was verified effective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Knowledge, Photos &amp; Audit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715000" cy="16743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2972764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Grounded answer: each statement cites its source passage, or says the documents do not answer</a:t>
            </a:r>
          </a:p>
        </p:txBody>
      </p:sp>
      <p:pic>
        <p:nvPicPr>
          <p:cNvPr id="8" name="Picture 7" descr="s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8524"/>
            <a:ext cx="5715000" cy="18752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11480" y="5232046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Audit trail: every human and agent action with a correlation ID</a:t>
            </a:r>
          </a:p>
        </p:txBody>
      </p:sp>
      <p:pic>
        <p:nvPicPr>
          <p:cNvPr id="10" name="Picture 9" descr="s_ph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280160"/>
            <a:ext cx="5440680" cy="210413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55080" y="3402578"/>
            <a:ext cx="544068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Photo review: image checks for an engineer to confirm; never proof on their 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86626"/>
            <a:ext cx="5440680" cy="1471173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What the screens show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AI output is always labelled and never approves, verifies or closes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Answers and requirements cite retrieved passages only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Role checks happen in the API; the browser only renders what it is allowed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