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4" r:id="rId17"/>
    <p:sldId id="2147470494" r:id="rId6"/>
    <p:sldId id="2147470501" r:id="rId7"/>
    <p:sldId id="2147470506" r:id="rId19"/>
    <p:sldId id="2147470505" r:id="rId18"/>
    <p:sldId id="2147470498" r:id="rId8"/>
    <p:sldId id="2147470497" r:id="rId9"/>
    <p:sldId id="2147470508" r:id="rId21"/>
    <p:sldId id="2147470510" r:id="rId23"/>
    <p:sldId id="2147470509" r:id="rId22"/>
    <p:sldId id="2147470507" r:id="rId20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  <Relationship Id="rId17" Type="http://schemas.openxmlformats.org/officeDocument/2006/relationships/slide" Target="slides/slide12.xml"/>
  <Relationship Id="rId18" Type="http://schemas.openxmlformats.org/officeDocument/2006/relationships/slide" Target="slides/slide13.xml"/>
  <Relationship Id="rId19" Type="http://schemas.openxmlformats.org/officeDocument/2006/relationships/slide" Target="slides/slide14.xml"/>
  <Relationship Id="rId20" Type="http://schemas.openxmlformats.org/officeDocument/2006/relationships/slide" Target="slides/slide15.xml"/>
  <Relationship Id="rId21" Type="http://schemas.openxmlformats.org/officeDocument/2006/relationships/slide" Target="slides/slide16.xml"/>
  <Relationship Id="rId22" Type="http://schemas.openxmlformats.org/officeDocument/2006/relationships/slide" Target="slides/slide17.xml"/>
  <Relationship Id="rId23" Type="http://schemas.openxmlformats.org/officeDocument/2006/relationships/slide" Target="slides/slide18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Calibri body  </a:t>
            </a:r>
            <a:r>
              <a:rPr lang="en-US" sz="5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-</a:t>
            </a:r>
            <a:r>
              <a:rPr lang="en-US" sz="36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36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Calibri body  -24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- Calibri body -28</a:t>
            </a:r>
          </a:p>
          <a:p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Content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 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Calibri body -28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Calibri body -28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-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Calibri body -36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- Calibri body -28</a:t>
            </a:r>
          </a:p>
          <a:p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Content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 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Calibri body -28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Calibri body -28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-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Calibri body -36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